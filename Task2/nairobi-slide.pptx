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Один слайд для встречи в Найроби. Полный текст выступления — nairobi-script.md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4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56032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E8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Запускаем 15 октября. Модульный монолит.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71323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Сервисы — по триггеру роста, а не по плану. Вариант CTO остаётся целевым состоянием на 2027 год.</a:t>
            </a:r>
            <a:endParaRPr lang="en-US" sz="12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70432"/>
          <a:ext cx="489204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143000"/>
                <a:gridCol w="1005840"/>
                <a:gridCol w="114300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3A4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A7BE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· монолит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3A4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C9A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· сервисы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3A4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C9A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· вариант CTO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3A4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22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C9A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Готовность к 15.10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3A4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A7BE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буфер 2 недели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3A4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7E8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сдвиг 3–5 недель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3A4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 кв. 2027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3A4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2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C9A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Облако и SaaS, мес.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3A4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A7BE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$2 550 · 51%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3A4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7E8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$4 150 · 83%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3A4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$7 720 · 154%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3A4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2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C9A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Команда (есть 6)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3A4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A7BE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FTE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3A4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7E8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FTE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3A4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FTE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3A4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2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C9A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Лицензии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3A4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A7BE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3A4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7E8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3A4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 $95 000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3A4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2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C9A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TCO 5 лет (архитектура)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3A4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A7BE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$6,70 млн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3A4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7E8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$8,13 млн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3A4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$13,89 млн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3A4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2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532120" y="11704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ОКТЯБРЯ РАБОТАЕТ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532120" y="1517904"/>
            <a:ext cx="91440" cy="9144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742432" y="146304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Каталог и заказ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742432" y="164592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9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5000 SKU, 100 продавцов, поиск, корзина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532120" y="1920240"/>
            <a:ext cx="91440" cy="9144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742432" y="1865376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 M-Pesa и Flutterwave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742432" y="2048256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9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через лицензированного партнёра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532120" y="2322576"/>
            <a:ext cx="91440" cy="9144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742432" y="2267712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Доставка и выдача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5742432" y="2450592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9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Sendbox и Sendy, подтверждение в ПВЗ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532120" y="2724912"/>
            <a:ext cx="91440" cy="9144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742432" y="2670048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SMS, WhatsApp, USSD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42432" y="2852928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9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аудитория без интернета — 30–40%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532120" y="3127248"/>
            <a:ext cx="91440" cy="9144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742432" y="3072384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Дашборд запуска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742432" y="3255264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9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регистрации, заказы, выручка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5532120" y="358444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ОТКЛАДЫВАЕМ → ТРИГГЕР ВОЗВРАТА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5532120" y="385876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Разделение на сервисы  ·  300 тыс. активных или 50 заказов/мин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Второй регион и 99,99%  ·  решение инвестора по цене минуты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Своя логистика и Oracle  ·  12 месяцев и подтверждённые объёмы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411480" y="345643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7E8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$1,25</a:t>
            </a:r>
            <a:endParaRPr lang="en-US" sz="2600" dirty="0"/>
          </a:p>
        </p:txBody>
      </p:sp>
      <p:sp>
        <p:nvSpPr>
          <p:cNvPr id="24" name="Text 21"/>
          <p:cNvSpPr txBox="1"/>
          <p:nvPr/>
        </p:nvSpPr>
        <p:spPr>
          <a:xfrm>
            <a:off x="411480" y="38862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стоимость заказа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C9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(против $1,44 у варианта CTO)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2148840" y="345643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7BE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8,4 : 1</a:t>
            </a:r>
            <a:endParaRPr lang="en-US" sz="2600" dirty="0"/>
          </a:p>
        </p:txBody>
      </p:sp>
      <p:sp>
        <p:nvSpPr>
          <p:cNvPr id="26" name="Text 23"/>
          <p:cNvSpPr txBox="1"/>
          <p:nvPr/>
        </p:nvSpPr>
        <p:spPr>
          <a:xfrm>
            <a:off x="2148840" y="38862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 ошибки: $1,0 млн против $120 тыс.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C9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возврат к сервисам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3886200" y="345643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$14</a:t>
            </a:r>
            <a:endParaRPr lang="en-US" sz="2600" dirty="0"/>
          </a:p>
        </p:txBody>
      </p:sp>
      <p:sp>
        <p:nvSpPr>
          <p:cNvPr id="28" name="Text 25"/>
          <p:cNvSpPr txBox="1"/>
          <p:nvPr/>
        </p:nvSpPr>
        <p:spPr>
          <a:xfrm>
            <a:off x="3886200" y="38862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минута простоя в Год 1.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C9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$12 000 — это пик Года 3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411480" y="449884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 обратимо: модули спроектированы как будущие сервисы — возврат к варианту B стоит 3 инженера на 4 месяца.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2026-09-22T22:20:42Z</dcterms:created>
  <dcterms:modified xsi:type="dcterms:W3CDTF">2026-09-22T22:20:42Z</dcterms:modified>
</cp:coreProperties>
</file>